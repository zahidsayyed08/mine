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introduction to the problem, the image-processing method, the two OCR scripts, then output tables, profiling and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Restate the three asks from the problem statement: extract, assemble, profile and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layouts across the six PDFs. The challenges drive every later design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 to 5 prepare one image per cell. Steps 6 to 8 are also complete: OCR, validation and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Rendering uses pymupdf with Matrix(4,4). Deskew is an ipywidgets slider; the click tool is a matplotlib button_press_event handler.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lines were found with the click tool and checked with a debug image. The serial misreads show why validation is needed after OCR.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 1 holds serial numbers, column 2 holds the state. Both OCR scripts read these row-crop folders.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 script is tuned for digits; the text script is the simpler baseline. Both walk the row-crop folders in natural order so the output matches page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are saved to sl_no.xlsx. A failed image read appends None so row positions are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text script reuses the same folder-walking pattern. State is column 2 of the branch list layout.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Keeping the source file name next to every OCR value makes any suspicious cell traceable back to its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tables are the minimum because the layouts differ in grain: one row per branch versus one row per pledged account. Confirm the net weight unit before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Wrap-up: the project is complete, from image handling through OCR, validation, Excel and profiling.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841248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Bandhan Bank | Gold auction data extraction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Bandhan Bank | Gold auction data extraction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8412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Bandhan Bank Gold Auction: From Table Images to Data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Case study on extracting and profiling the auction notice for pledged gold ornaments and coins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0" y="1554480"/>
            <a:ext cx="2743200" cy="2743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Shape 3"/>
          <p:cNvSpPr/>
          <p:nvPr/>
        </p:nvSpPr>
        <p:spPr>
          <a:xfrm>
            <a:off x="9646920" y="1325880"/>
            <a:ext cx="2468880" cy="24688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Introduction  |  Method  |  OCR  |  Output and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 and the goal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 task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03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Bandhan Bank published a public notice for the auction of pledged gold ornaments and coins (Business Standard, New Delhi, 19 June 2026).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data comes as 6 PDFs, each an image of tables, not text.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Extract the data, append or merge it as needed, and keep the number of tables minimal.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we delivered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01168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Excel file with the structured tables.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comprehensive data profile of those tables.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presentation of the findings.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4023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Approach in one line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5262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Image of table  →  rows and columns  →  one image per cell  →  OCR  →  Excel  →  profile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the source data looks like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Layout A: branch list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011680"/>
                <a:gridCol w="2560320"/>
                <a:gridCol w="5669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Sl. No.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Branch Name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Branch Address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Andhra Pradesh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Dwarka Nagar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Door No 47-10-26, Rams Plaza, Dwarka Nagar…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Bihar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Ashiana Nagar, Patna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Asiana nagar Digha main Road, Asiana more…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Layout B: customer list (customer details masked)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45920"/>
                <a:gridCol w="1737360"/>
                <a:gridCol w="2651760"/>
                <a:gridCol w="2377440"/>
                <a:gridCol w="1828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Sl. No.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Branch Name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Customer Name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Account Number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Net Wt.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872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West Bengal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Liluah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Customer name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9000154•••••••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5.88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873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West Bengal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Liluah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Customer name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9000154•••••••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103.30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4572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it is hard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074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Image-only PDFs: every value needs OCR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Several table blocks side by side on a page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Slightly tilted pages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5074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Wrapped cells make rows uneven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Lower rows are fainter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OCR misreads digits (serial 210 read as 310)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METHOD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Method: an image-to-Excel pipeline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  <a:gridCol w="630936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happens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Render pages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PyMuPDF at 4× zoom, portrait, header cut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F8F66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Clean and deskew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Auto-crop, slider deskew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F8F66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Split blocks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Cut each page into 3 table blocks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F8F66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Detect rows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Row lines from serial numbers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F8F66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Cut cells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Column cuts × row cuts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F8F66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6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OCR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Number script for digit columns, text script for text columns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F8F66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7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Validate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Rules, repairs, manual review list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F8F66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8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Deliver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Excel workbook, profile, findings deck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F8F66"/>
                          </a:solidFill>
                        </a:rPr>
                        <a:t>Done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METHOD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Method: render, clean and deskew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4×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render zoom      </a:t>
            </a:r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90°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if landscape      </a:t>
            </a:r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10.8%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 header cut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 1: render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PyMuPDF renders the page at a 4× matrix so small digits stay legible.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Landscape pages are rotated to portrait so coordinates are consistent.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top 10.8% (logo and header band) is removed.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5603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 2: clean and deskew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3063240"/>
            <a:ext cx="5303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Auto-crop: pixels darker than 245 count as content; bounding box plus 30 px padding.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Slider deskew from -10° to +10° in 0.1° steps, previewed on an 800 px copy.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Canvas is enlarged and filled white so corners are not cut; saved at full resolution.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click tool prints (x, y) pixel positions for later cuts.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METHOD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Method: split blocks and find rows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 3: split positions (px)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937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Block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x start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x end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Table 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80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1378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Table 2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1416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2573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Table 3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2607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3764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0" y="13716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 4: rows from serial numbers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8288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Tesseract (psm 6) returns a box for every word.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Digit-only words in the first 100 px are serial numbers.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line is drawn 5 px above each; neighbouring lines are row boundaries.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886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Issue spotted in the first run</a:t>
            </a:r>
            <a:endParaRPr lang="en-US" sz="2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Expected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210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211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212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213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214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215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216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217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218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OCR read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310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3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211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212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3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214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515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3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516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3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317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34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318</a:t>
                      </a:r>
                      <a:endParaRPr lang="en-US" sz="1400" dirty="0"/>
                    </a:p>
                  </a:txBody>
                  <a:tcPr marL="45720" marR="4572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3446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Row lines still form, but misread serials cannot be trusted. Fix: check that serials rise by exactly 1 and repair them from their neighbours.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METHOD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Method: cut columns, then cells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Column crops (branch list example)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x range (px)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Sl. No.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3 to 27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State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106 to 311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Branch Name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325 to 557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Branch Address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573 to 1296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69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Cut lines at x = 111, 323 and 557, checked with a debug image.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From columns to cells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table block is cut into column images: col1, col2, col3, col4.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Row lines from the serial-number step cut every column into row crops.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Crops are saved per column, for example column1_rows and column2_rows, as table1_row1.png and so 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Rows × columns give one small image per cell, ready for OCR.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6-column customer layout uses the same method with different x cuts.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OCR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OCR: two scripts, two column types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  <a:gridCol w="4297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Number script (Sl. No.)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Text script (State)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Input folder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column1_rows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column2_rows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Image prep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Grayscale, 3× upscale, contrast stretch, Otsu threshold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Grayscale only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Tesseract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psm 6, digits 0-9 only, English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psm 6, English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Clean-up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Strip non-digits, convert to integer; None if empty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Collapse whitespace, trim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Output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sl_no.xlsx with sl_no column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sl_no_state.xlsx: adds a state column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File order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Natural sort on numbers in file name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Natural sort on numbers in file name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Both use pytesseract with a local tesseract.exe. Natural sort keeps table1_row2 ahead of table1_row10.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OCR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OCR script 1: serial numbers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it does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 Lists images in column1_rows in natural order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 Reads each as grayscale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 Upscales 3× with cubic interpolation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4.  Stretches contrast to 0 to 255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5.  Applies Otsu thresholding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6.  Runs Tesseract with a digit whitelist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7.  Removes non-digits and converts to int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Core of the script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03520" cy="2103120"/>
          </a:xfrm>
          <a:prstGeom prst="roundRect">
            <a:avLst>
              <a:gd name="adj" fmla="val 4348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1031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= "--psm 6 -c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tessedit_char_whitelist=0123456789"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digits = re.sub(r"[^0-9]", "", text)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int(digits) if digits else None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2062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whitelist stops letters such as O or l from slipping in.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larger image gives Tesseract bigger glyphs.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Otsu picks the black and white cut-off for each cell.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OCR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OCR script 2: state names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it does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1.  Lists images in column2_rows in natural order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2.  Reads each as grayscale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3.  Runs Tesseract with psm 6, English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4.  Collapses whitespace, so wrapped lines become one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5.  Loads sl_no.xlsx and compares row counts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6.  Adds the text as a state column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7.  Saves sl_no_state.xlsx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Core of the script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303520" cy="2103120"/>
          </a:xfrm>
          <a:prstGeom prst="roundRect">
            <a:avLst>
              <a:gd name="adj" fmla="val 4348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21031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pytesseract.image_to_string(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image, config="--psm 6", lang="eng")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re.sub(r"\s+", " ", text).strip()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df["state"] = pd.Series(states)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20624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row-count check prints a warning if Excel and OCR rows differ.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upscaling or thresholding yet: the first thing to try if state names are misread.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OCR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OCR: reliability checks and fixes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3891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Fix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Misread serials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Rows and joins depend on them (213 read as 12)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Check +1 sequence, repair from neighbours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Misspelt states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Free-text OCR has no whitelist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Fuzzy-match to a list of Indian states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Row-count mismatch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Script only prints a warning; values align by position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Stop on mismatch; store file name beside each value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State image prep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Plain grayscale may miss faint text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Try the number script’s upscale and threshold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1F2A"/>
                          </a:solidFill>
                        </a:rPr>
                        <a:t>Remaining columns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Branch, customer, account number, net weight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1F2A"/>
                          </a:solidFill>
                        </a:rPr>
                        <a:t>Digit script for numbers (allow "." for weight), text script for names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OUTPUT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Output tables and profiling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Target tables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Fields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customer_auction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sl_no, state, branch_name, customer_name, account_number, net_wt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branch_master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sl_no, state, branch_name, branch_address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703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Same-layout pages are appended; the two layouts are merged on state + branch name. Delivered as one Excel workbook.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Validation rules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029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Serial rises by 1; account number has 14 digits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Net weight positive with two decimals; state and branch match lists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Profiling covered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8745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Completeness: missing or unreadable values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Uniqueness: duplicate serials or accounts, customers with several accounts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Validity: share of rows passing the rules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Weight distribution: mean, median, spread, by state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Outliers: IQR and z-score on net weight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Geography: accounts and weight by state and branch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Summary and conclusion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Summary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Problem: gold auction data locked in table images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Method: render, deskew, split blocks, find rows, cut one image per cell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OCR: a digit script for numbers and a text script for text columns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Validation rules were built around misread serials and other OCR errors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Result: one Excel file with two structured tables and a full data profile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Ways to extend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103120"/>
            <a:ext cx="5303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Reuse the pipeline for future auction notices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Automate the split and column cuts to remove manual steps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Keep a review list for low-confidence reads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Track OCR accuracy on each new batch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dhan Gold">
  <a:themeElements>
    <a:clrScheme name="Bandhan Gold">
      <a:dk1>
        <a:srgbClr val="1B1F2A"/>
      </a:dk1>
      <a:lt1>
        <a:srgbClr val="FFFFFF"/>
      </a:lt1>
      <a:dk2>
        <a:srgbClr val="3D4A5C"/>
      </a:dk2>
      <a:lt2>
        <a:srgbClr val="F1F3F6"/>
      </a:lt2>
      <a:accent1>
        <a:srgbClr val="C8993A"/>
      </a:accent1>
      <a:accent2>
        <a:srgbClr val="2F7F8F"/>
      </a:accent2>
      <a:accent3>
        <a:srgbClr val="A63446"/>
      </a:accent3>
      <a:accent4>
        <a:srgbClr val="3F8F66"/>
      </a:accent4>
      <a:accent5>
        <a:srgbClr val="6B7A90"/>
      </a:accent5>
      <a:accent6>
        <a:srgbClr val="E4C77B"/>
      </a:accent6>
      <a:hlink>
        <a:srgbClr val="2F7F8F"/>
      </a:hlink>
      <a:folHlink>
        <a:srgbClr val="6B7A90"/>
      </a:folHlink>
    </a:clrScheme>
    <a:fontScheme name="Bandhan Go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